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FinPilot is a double-entry accounting system for Indian SMEs. Everything a user does ends as a balanced journal entry, and exactly one module is allowed to write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and worker are split so a retry storm on e-invoicing or email cannot take the request path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controller files exist. Twelve routers keep their handlers inline — worth knowing when looking for where an endpoint is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is fixed: authenticate before tenantResolve before authorize, because permissions are per-company.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service layer is the only place a transaction is opened, which is what lets several services compose into one atomic posting.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companyId first in every index is what makes the forced tenant match cheap instead of a collection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 uses a composite _id so the $inc can join the caller transaction — an aborted transaction never consumes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partySnapshot is stored on the document so a later edit to the party never changes an issued invoice.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fingerprint on BankTransaction is what makes re-importing the same statement idempotent.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queues, not one — isolation between job types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pnpm workspaces and Turborepo tie the three packages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1 is currently convention rather than a lint rule — the custom ESLint rule is still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FinPilot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35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Double-entry accounting for Indian SMEs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272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request flow, the data model, and the technologies underneath.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28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41605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4828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modules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41605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828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41605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4828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processes on three pieces of infrastructure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1664208"/>
          </a:xfrm>
          <a:prstGeom prst="roundRect">
            <a:avLst>
              <a:gd name="adj" fmla="val 384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45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317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kept in memory only — never localStorage.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3520440" cy="1664208"/>
          </a:xfrm>
          <a:prstGeom prst="roundRect">
            <a:avLst>
              <a:gd name="adj" fmla="val 384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3712" y="1645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 ·  :4000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3317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/api/v1. Validates, authorises, posts to the ledger.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481328"/>
            <a:ext cx="3520440" cy="1664208"/>
          </a:xfrm>
          <a:prstGeom prst="roundRect">
            <a:avLst>
              <a:gd name="adj" fmla="val 3846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16459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consumers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3317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e-invoice, exports, crons. No inbound port.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096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replica set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37083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transactions and change streams. Not optional.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356616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3712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096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· limits · cache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37083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every BullMQ queue and the rate limiters.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356616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02752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/ MinIO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4096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437083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and generated report exports.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5477256"/>
            <a:ext cx="10552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replica set matters:  </a:t>
            </a:r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posting is a multi-document transaction and the outbox publisher tails a change stream. On a standalone mongod, GeneralLedger.post cannot commit at all.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SURFACE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60320" cy="932688"/>
          </a:xfrm>
          <a:prstGeom prst="roundRect">
            <a:avLst>
              <a:gd name="adj" fmla="val 68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37560" y="1572768"/>
            <a:ext cx="2560320" cy="932688"/>
          </a:xfrm>
          <a:prstGeom prst="roundRect">
            <a:avLst>
              <a:gd name="adj" fmla="val 68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72768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companyController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1572768"/>
            <a:ext cx="2560320" cy="932688"/>
          </a:xfrm>
          <a:prstGeom prst="roundRect">
            <a:avLst>
              <a:gd name="adj" fmla="val 68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572768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accountController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915400" y="1572768"/>
            <a:ext cx="2560320" cy="932688"/>
          </a:xfrm>
          <a:prstGeom prst="roundRect">
            <a:avLst>
              <a:gd name="adj" fmla="val 68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98280" y="1572768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journalController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2560320" cy="932688"/>
          </a:xfrm>
          <a:prstGeom prst="roundRect">
            <a:avLst>
              <a:gd name="adj" fmla="val 68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15768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invoiceController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337560" y="2715768"/>
            <a:ext cx="2560320" cy="932688"/>
          </a:xfrm>
          <a:prstGeom prst="roundRect">
            <a:avLst>
              <a:gd name="adj" fmla="val 68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2715768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partyController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715768"/>
            <a:ext cx="2560320" cy="932688"/>
          </a:xfrm>
          <a:prstGeom prst="roundRect">
            <a:avLst>
              <a:gd name="adj" fmla="val 686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715768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itemController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11064240" cy="2057400"/>
          </a:xfrm>
          <a:prstGeom prst="roundRect">
            <a:avLst>
              <a:gd name="adj" fmla="val 3111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1605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twelve routers have no controller file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55371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route modules delegate to the controllers above. The remaining twelve — banking, bills and expenses, payments, gst, reports, documents, ai, admin, billing, notifications, reconciliation, forecast — handle the request inline in the router and call their service directly.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layering either way:  </a:t>
            </a:r>
            <a:pPr indent="0" marL="0">
              <a:buNone/>
            </a:pPr>
            <a:r>
              <a:rPr lang="en-US" sz="1200" dirty="0">
                <a:solidFill>
                  <a:srgbClr val="B6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only parses and shapes. Business rules and the transaction live in the service, never in the router.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 · 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crosses the same chain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the whole 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787652" y="187452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httpLogger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204972" y="187452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22292" y="187452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039612" y="187452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456932" y="187452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256kb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874252" y="187452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291572" y="187452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69880" y="1828800"/>
            <a:ext cx="1225296" cy="402336"/>
          </a:xfrm>
          <a:prstGeom prst="roundRect">
            <a:avLst>
              <a:gd name="adj" fmla="val 20455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69880" y="182880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rateLimit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542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per route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2889504"/>
            <a:ext cx="1426464" cy="402336"/>
          </a:xfrm>
          <a:prstGeom prst="roundRect">
            <a:avLst>
              <a:gd name="adj" fmla="val 20455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993392" y="293522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76272" y="2889504"/>
            <a:ext cx="1426464" cy="402336"/>
          </a:xfrm>
          <a:prstGeom prst="roundRect">
            <a:avLst>
              <a:gd name="adj" fmla="val 20455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76272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tenantResolve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621024" y="293522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03904" y="2889504"/>
            <a:ext cx="1426464" cy="402336"/>
          </a:xfrm>
          <a:prstGeom prst="roundRect">
            <a:avLst>
              <a:gd name="adj" fmla="val 20455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03904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userRateLimit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248656" y="293522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31536" y="2889504"/>
            <a:ext cx="1426464" cy="402336"/>
          </a:xfrm>
          <a:prstGeom prst="roundRect">
            <a:avLst>
              <a:gd name="adj" fmla="val 20455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31536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876288" y="293522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59168" y="2889504"/>
            <a:ext cx="1426464" cy="402336"/>
          </a:xfrm>
          <a:prstGeom prst="roundRect">
            <a:avLst>
              <a:gd name="adj" fmla="val 20455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59168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293522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86800" y="2889504"/>
            <a:ext cx="1426464" cy="402336"/>
          </a:xfrm>
          <a:prstGeom prst="roundRect">
            <a:avLst>
              <a:gd name="adj" fmla="val 20455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0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293522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314432" y="2889504"/>
            <a:ext cx="1426464" cy="402336"/>
          </a:xfrm>
          <a:prstGeom prst="roundRect">
            <a:avLst>
              <a:gd name="adj" fmla="val 20455"/>
            </a:avLst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314432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36118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1248" y="37673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tenantResolve is the hinge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841248" y="4114800"/>
            <a:ext cx="10479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confirms an active membership, then runs the rest of the request inside requestContext.run({ userId, companyId, roleId }). After that line every database query in the request is scoped to that company automatically — and a query with no company resolved throws rather than returning data.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4983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257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JWT. No tenant without a user.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297680" y="4983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297680" y="5257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are per company, so it runs after the tenant is known.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046720" y="4983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8046720" y="5257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key + body hash + response for 24h; a replay returns the stored response.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 · 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route to committed entry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B3329"/>
          </a:solidFill>
          <a:ln w="12700">
            <a:solidFill>
              <a:srgbClr val="1B33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56816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244852" y="182880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14016" y="1536192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B3329"/>
          </a:solidFill>
          <a:ln w="12700">
            <a:solidFill>
              <a:srgbClr val="1B33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05456" y="16276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487168" y="1956816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+ shape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110228" y="182880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1536192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16276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352544" y="1956816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transaction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75604" y="182880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1536192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16276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56816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· gst · forecast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40980" y="182880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0144" y="1536192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B3329"/>
          </a:solidFill>
          <a:ln w="12700">
            <a:solidFill>
              <a:srgbClr val="1B332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1584" y="16276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083296" y="1956816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706356" y="182880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75520" y="1536192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B3329"/>
          </a:solidFill>
          <a:ln w="12700">
            <a:solidFill>
              <a:srgbClr val="1B332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0" y="16276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948672" y="1956816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6974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 ·  POST /api/v1/invoices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1272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validates the body against the shared Zod schema and hands it to the controller.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360273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invoiceService opens a ClientSession — the one place a transaction is started.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105656"/>
            <a:ext cx="292608" cy="292608"/>
          </a:xfrm>
          <a:prstGeom prst="ellipse">
            <a:avLst/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40782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total, tax and payable is recomputed. Whatever the client sent is discarded.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45537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number is drawn from counters with $inc inside that same transaction.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056632"/>
            <a:ext cx="292608" cy="292608"/>
          </a:xfrm>
          <a:prstGeom prst="ellipse">
            <a:avLst/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" y="5029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GeneralLedger.post asserts sum(debit) === sum(credit) and writes the entry plus an outbox event.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532120"/>
            <a:ext cx="292608" cy="292608"/>
          </a:xfrm>
          <a:prstGeom prst="ellipse">
            <a:avLst/>
          </a:prstGeom>
          <a:solidFill>
            <a:srgbClr val="1A7F5F"/>
          </a:solidFill>
          <a:ln w="12700">
            <a:solidFill>
              <a:srgbClr val="1A7F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05840" y="550468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— or nothing at all. The response is stored against the Idempotency-Key.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collections, by what they are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184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&amp; identity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0195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VerificationToken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481328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6184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90195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JournalEntry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481328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184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190195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481328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98864" y="16184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190195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BankTransaction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313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114800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GstReturn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ImsRecord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3694176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38313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114800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ReportJob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AdminAudit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ImpersonationSession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3694176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38313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4114800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IdempotencyKey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DeadLetter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97696" y="3694176"/>
            <a:ext cx="2615184" cy="1993392"/>
          </a:xfrm>
          <a:prstGeom prst="roundRect">
            <a:avLst>
              <a:gd name="adj" fmla="val 3211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98864" y="38313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4114800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AiConversation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AiProposal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338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tenant-scoped collection carries companyId as the first key of every compound index.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 ·  1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737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of accounts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848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companyId · code · name · type · subType · parentId · path · depth · isSystem · isActive · currentBalancePaise · bankAccountId · gstRate · deletedAt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45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JournalEntry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3218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the single source of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661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companyId · entryNumber · date · fy · narration · lines[] · totalDebitPaise · totalCreditPaise · status · reversesEntryId · reversedByEntryId · postedBy · postedAt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64240" cy="1298448"/>
          </a:xfrm>
          <a:prstGeom prst="roundRect">
            <a:avLst>
              <a:gd name="adj" fmla="val 4930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626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47000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gapless document numbering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4748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"{companyId}:{fy}:{series}" · seq · prefix · width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11064240" cy="438912"/>
          </a:xfrm>
          <a:prstGeom prst="roundRect">
            <a:avLst>
              <a:gd name="adj" fmla="val 14583"/>
            </a:avLst>
          </a:prstGeom>
          <a:solidFill>
            <a:srgbClr val="10201B"/>
          </a:solidFill>
          <a:ln w="12700">
            <a:solidFill>
              <a:srgbClr val="1020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85216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journal entry is never edited or deleted. A mistake is corrected by posting a reversing entry that points back via reversesEntryId.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 ·  2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and parties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 field ends in Paise and holds an integer. Rupees are produced once, at the React boundary.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7373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fields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299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invoiceNumber · series · fy · partyId · partySnapshot · issueDate · dueDate · placeOfSupplyStateCode · supplyType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lines[] · taxableValuePaise · cgst/sgst/igstPaise · grandTotalPaise · amountPaidPaise · amountDuePaise · status · journalEntryId · eInvoice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9077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fields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004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partyId · partySnapshot · vendorBillNumber · billDate · dueDate · supplyType · lines[]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taxableValuePaise · cgst/sgst/igst/cessPaise · grandTotalPaise · amountPaidPaise · itcEligiblePaise · status · journalEntryId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23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0782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fields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708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paymentNumber · direction · partyId · date · amountPaise · method · reference · depositAccountId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allocations[] · unallocatedPaise · refundedPaise · journalEntryId · createdBy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084064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193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52486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vendors in one collection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412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type[customer|vendor] · name · legalName · gstin · gstRegistrationType · pan · email · phone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billing/shippingAddress · creditLimitPaise · creditDays · receivable/payableAccountId · outstandingReceivablePaise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 ·  3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Banking, compliance and plumbing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AiProposal is how rule 10 is kept: the model drafts, a person confirms, and only then does anything post.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8249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BankTransaction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93392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bankAccountId · txnDate · narration · reference · amountPaise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· balancePaise · fingerprint · source ·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8529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163824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bankName · accountNumberMasked · ifsc · ledgerAccountId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aaConsentId · aaConsentStatus · isActive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913632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02336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4334256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bankTransactionId · journalEntryId · score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confirmedBy · confirmedAt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084064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519379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ImsRecord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5504688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taxPeriod · supplierGstin · documentType · documentNumber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documentDate · taxableValuePaise · igst/cgst/sgst/cessPaise · 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572768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168249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GstReturn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1993392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(GSTR-1 | GSTR-3B) · period · status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trace · generatedAt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7376" y="28529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IdempotencyKey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3163824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requestHash · status · responseStatus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responseBody · createdAt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913632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402336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4334256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companyId · type · payload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attempts · publishedAt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5084064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37376" y="519379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AiProposal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37376" y="5504688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conversationId · type · payload · preview · status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proposedBy · confirmedBy · resultId · expiresAt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· 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of the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00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+ Mongoose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66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store, run as a replica set.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8658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 set is what provides multi-document transactions and change streams. A Mongoose plugin injects companyId into every query from request context, so tenant isolation is enforced at the query layer rather than in each controller.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17904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00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66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 doing three jobs.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8658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backs every BullMQ queue, holds the per-IP and per-user rate limit counters, and caches resolved permissions. Rate limiting deliberately fails open when Redis is unavailable, so a cache outage cannot lock users 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86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BullMQ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52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queues on top of Redis.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7258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separate queues — email, e-invoice, report export and six crons — rather than one queue with a type field, so a stuck job in one never blocks another. Each has its own concurrency, retry count and backoff.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03904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986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525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layer.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7258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a fixed middleware order: request id, logging, metrics, helmet, CORS, body parsing, then per-route authentication, tenancy, rate limit, authorisation, idempotency and validation before any handler runs.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· 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Correctness, documents and operations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535680" cy="2103120"/>
          </a:xfrm>
          <a:prstGeom prst="roundRect">
            <a:avLst>
              <a:gd name="adj" fmla="val 304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82496"/>
            <a:ext cx="3096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Zod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67712"/>
            <a:ext cx="309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schema, both sides.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578608"/>
            <a:ext cx="309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live in packages/shared, so the same definition validates the request on the server and types the form in the browser. A field cannot drift between the two halves.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2920" y="1517904"/>
            <a:ext cx="3535680" cy="2103120"/>
          </a:xfrm>
          <a:prstGeom prst="roundRect">
            <a:avLst>
              <a:gd name="adj" fmla="val 304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2376" y="1682496"/>
            <a:ext cx="3096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Tesseract.js + pdfjs-dist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32376" y="2267712"/>
            <a:ext cx="309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bills and statements.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32376" y="2578608"/>
            <a:ext cx="309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cost-ordered cascade: read a PDF text layer if there is one, otherwise rasterise with @napi-rs/canvas and OCR it. Unreadable input yields empty text, never an invented total.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7200" y="1517904"/>
            <a:ext cx="3535680" cy="2103120"/>
          </a:xfrm>
          <a:prstGeom prst="roundRect">
            <a:avLst>
              <a:gd name="adj" fmla="val 3043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96656" y="1682496"/>
            <a:ext cx="3096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argon2 + jsonwebtoken + otplib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296656" y="2267712"/>
            <a:ext cx="309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96656" y="2578608"/>
            <a:ext cx="309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argon2, short-lived JWT access tokens paired with a rotating refresh cookie, and TOTP for two-factor. The access token is never written to localStorage.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3535680" cy="2103120"/>
          </a:xfrm>
          <a:prstGeom prst="roundRect">
            <a:avLst>
              <a:gd name="adj" fmla="val 3043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968496"/>
            <a:ext cx="3096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pino + prom-client + Sentry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553712"/>
            <a:ext cx="309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happened.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64608"/>
            <a:ext cx="309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request logs carrying a request id, Prometheus metrics scraped from /metrics, and error reporting. /healthz is liveness; /readyz checks a writable primary and Redis.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2920" y="3803904"/>
            <a:ext cx="3535680" cy="2103120"/>
          </a:xfrm>
          <a:prstGeom prst="roundRect">
            <a:avLst>
              <a:gd name="adj" fmla="val 3043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2376" y="3968496"/>
            <a:ext cx="3096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opossum + bottleneck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532376" y="4553712"/>
            <a:ext cx="309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outbound calls.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32376" y="4864608"/>
            <a:ext cx="309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 breaker and a rate limiter around the GST e-invoicing portal and Razorpay, so a slow or failing third party degrades one feature instead of the whole API.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77200" y="3803904"/>
            <a:ext cx="3535680" cy="2103120"/>
          </a:xfrm>
          <a:prstGeom prst="roundRect">
            <a:avLst>
              <a:gd name="adj" fmla="val 3043"/>
            </a:avLst>
          </a:prstGeom>
          <a:solidFill>
            <a:srgbClr val="E7EEEA"/>
          </a:solidFill>
          <a:ln w="12700">
            <a:solidFill>
              <a:srgbClr val="E7E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96656" y="3968496"/>
            <a:ext cx="3096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7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Vite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296656" y="4553712"/>
            <a:ext cx="309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96656" y="4864608"/>
            <a:ext cx="309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Feature-foldered pages over a small shared UI kit, with a single api.ts that attaches the bearer token, company header and a fresh idempotency key to every mutation.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IT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rules, each with an address in the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91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integer paise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schemas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55064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591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balances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856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GeneralLedger + nightly job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249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writer to journalentries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514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GeneralLedger + CI gate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313432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249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are append-only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514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entries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907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computes every total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172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907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Gapless document numbers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172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in-transaction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630168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is idempotent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8313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middleware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630168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enforced at the query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38313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tenantScope plugin + CI gate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88536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asserts only retrieved numbers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4489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validator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4288536"/>
            <a:ext cx="310896" cy="310896"/>
          </a:xfrm>
          <a:prstGeom prst="ellipse">
            <a:avLst/>
          </a:prstGeom>
          <a:solidFill>
            <a:srgbClr val="25463A"/>
          </a:solidFill>
          <a:ln w="12700">
            <a:solidFill>
              <a:srgbClr val="2546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67512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a human confirms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4489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AiProposal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5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moves money, it ends as a balanced journal entry posted by GeneralLedger, inside a transaction, numbered from a counter in that same transaction. There is no second way to do it.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FinPilot  ·  architecture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FinPilot Architecture</dc:title>
  <dc:subject>PptxGenJS Presentation</dc:subject>
  <dc:creator>FinPilot</dc:creator>
  <cp:lastModifiedBy>FinPilot</cp:lastModifiedBy>
  <cp:revision>1</cp:revision>
  <dcterms:created xsi:type="dcterms:W3CDTF">2026-09-24T07:36:24Z</dcterms:created>
  <dcterms:modified xsi:type="dcterms:W3CDTF">2026-09-24T07:36:24Z</dcterms:modified>
</cp:coreProperties>
</file>